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6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04" autoAdjust="0"/>
    <p:restoredTop sz="94660"/>
  </p:normalViewPr>
  <p:slideViewPr>
    <p:cSldViewPr snapToGrid="0">
      <p:cViewPr varScale="1">
        <p:scale>
          <a:sx n="97" d="100"/>
          <a:sy n="97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7D70-1183-4AF0-B0A1-0C462F4564CD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8E902-392B-4D0B-A479-CC6229037C9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12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7D70-1183-4AF0-B0A1-0C462F4564CD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8E902-392B-4D0B-A479-CC6229037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978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7D70-1183-4AF0-B0A1-0C462F4564CD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8E902-392B-4D0B-A479-CC6229037C9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783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7D70-1183-4AF0-B0A1-0C462F4564CD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8E902-392B-4D0B-A479-CC6229037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85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7D70-1183-4AF0-B0A1-0C462F4564CD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8E902-392B-4D0B-A479-CC6229037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470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7D70-1183-4AF0-B0A1-0C462F4564CD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8E902-392B-4D0B-A479-CC6229037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307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7D70-1183-4AF0-B0A1-0C462F4564CD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8E902-392B-4D0B-A479-CC6229037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968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E387D70-1183-4AF0-B0A1-0C462F4564CD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A98E902-392B-4D0B-A479-CC6229037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096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7D70-1183-4AF0-B0A1-0C462F4564CD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8E902-392B-4D0B-A479-CC6229037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507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7D70-1183-4AF0-B0A1-0C462F4564CD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8E902-392B-4D0B-A479-CC6229037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0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7D70-1183-4AF0-B0A1-0C462F4564CD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8E902-392B-4D0B-A479-CC6229037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179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E387D70-1183-4AF0-B0A1-0C462F4564CD}" type="datetimeFigureOut">
              <a:rPr lang="en-IN" smtClean="0"/>
              <a:t>13-09-2025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A98E902-392B-4D0B-A479-CC6229037C9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506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56F42-33A2-E7D8-7596-52E9AF5D7C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800" dirty="0"/>
              <a:t>Sign2Notes</a:t>
            </a:r>
            <a:endParaRPr lang="en-IN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E536CE-DA14-C10C-C794-FC150E2653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dirty="0" err="1"/>
              <a:t>K.N.Sanjay</a:t>
            </a:r>
            <a:endParaRPr lang="en-US" dirty="0"/>
          </a:p>
          <a:p>
            <a:pPr algn="r"/>
            <a:r>
              <a:rPr lang="en-US" dirty="0" err="1"/>
              <a:t>M.S.Sukil</a:t>
            </a:r>
            <a:r>
              <a:rPr lang="en-US" dirty="0"/>
              <a:t> Raj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A2854B-E89F-45C0-AAE5-FD79A70A6A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229" y="250703"/>
            <a:ext cx="1762371" cy="17433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0CBB30-E79A-68C9-C44D-BD58994BCD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820" y="231650"/>
            <a:ext cx="1762371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156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D2D5F-926D-843D-2236-54DA219B1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Problem Statement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AFD7F-F75F-9766-0043-D96D06DA1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Many students with hearing impairments can’t take notes properly live classrooms.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Real-time captioning are expensive/unavailable.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Student doubts go unnoticed or interrupt flow.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67174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6D7A5-6B94-36E5-6E97-E0D8D4C96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Objectives</a:t>
            </a:r>
            <a:endParaRPr lang="en-IN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D4E50-6951-89B1-29DD-EB48565AE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Deliver an/a idea/proposal for a </a:t>
            </a:r>
            <a:r>
              <a:rPr lang="en-US" sz="2800" dirty="0" err="1"/>
              <a:t>demoable</a:t>
            </a:r>
            <a:r>
              <a:rPr lang="en-US" sz="2800" dirty="0"/>
              <a:t> prototype.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Recognize a set of high-impact learning signs.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Produce clear templated notes.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30024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E6F25-CC93-278F-1446-BA433F179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Proposed Solution</a:t>
            </a:r>
            <a:endParaRPr lang="en-IN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4D6B8-F75E-6D7D-7432-3080E2AEC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Client-first pipeline: </a:t>
            </a:r>
          </a:p>
          <a:p>
            <a:pPr lvl="1"/>
            <a:r>
              <a:rPr lang="en-IN" sz="2000" dirty="0"/>
              <a:t>Webcam → </a:t>
            </a:r>
            <a:r>
              <a:rPr lang="en-IN" sz="2000" dirty="0" err="1"/>
              <a:t>MediaPipe</a:t>
            </a:r>
            <a:r>
              <a:rPr lang="en-IN" sz="2000" dirty="0"/>
              <a:t> </a:t>
            </a:r>
            <a:r>
              <a:rPr lang="en-IN" sz="2000" dirty="0" err="1"/>
              <a:t>keypoint</a:t>
            </a:r>
            <a:r>
              <a:rPr lang="en-IN" sz="2000" dirty="0"/>
              <a:t> → Lightweight temporal model → Templated notes.</a:t>
            </a:r>
          </a:p>
          <a:p>
            <a:r>
              <a:rPr lang="en-IN" sz="2400" dirty="0"/>
              <a:t>Privacy measures: </a:t>
            </a:r>
          </a:p>
          <a:p>
            <a:pPr lvl="1"/>
            <a:r>
              <a:rPr lang="en-IN" sz="2000" dirty="0"/>
              <a:t>Local </a:t>
            </a:r>
            <a:r>
              <a:rPr lang="en-IN" sz="2000" dirty="0" err="1"/>
              <a:t>keypoint</a:t>
            </a:r>
            <a:r>
              <a:rPr lang="en-IN" sz="2000" dirty="0"/>
              <a:t> extraction; no raw video storage.</a:t>
            </a:r>
          </a:p>
          <a:p>
            <a:r>
              <a:rPr lang="en-IN" sz="2400" dirty="0"/>
              <a:t>Fallback: </a:t>
            </a:r>
          </a:p>
          <a:p>
            <a:pPr lvl="1"/>
            <a:r>
              <a:rPr lang="en-IN" sz="2000" dirty="0"/>
              <a:t>Prerecorded video processing for robust demos.</a:t>
            </a:r>
          </a:p>
        </p:txBody>
      </p:sp>
    </p:spTree>
    <p:extLst>
      <p:ext uri="{BB962C8B-B14F-4D97-AF65-F5344CB8AC3E}">
        <p14:creationId xmlns:p14="http://schemas.microsoft.com/office/powerpoint/2010/main" val="147480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E11BF-DA36-DB44-00AC-A0AD1BEA7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SDG Alignment</a:t>
            </a:r>
            <a:endParaRPr lang="en-I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17F4A-B8C7-4E72-5D33-8CC3E6701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SDG 4 - Quality Education: </a:t>
            </a:r>
          </a:p>
          <a:p>
            <a:pPr lvl="1"/>
            <a:r>
              <a:rPr lang="en-US" sz="2800" dirty="0"/>
              <a:t>Improve access &amp; participation for learners with hearing loss.</a:t>
            </a:r>
          </a:p>
          <a:p>
            <a:r>
              <a:rPr lang="en-US" sz="3200" dirty="0"/>
              <a:t>SDG 10 - Reduced Inequalities: </a:t>
            </a:r>
          </a:p>
          <a:p>
            <a:pPr lvl="1"/>
            <a:r>
              <a:rPr lang="en-US" sz="2800" dirty="0"/>
              <a:t>Lowers accessibility barriers in mainstream education.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75557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4D7DA-8694-F34C-9602-E1EB3B29C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Target Users</a:t>
            </a:r>
            <a:endParaRPr lang="en-IN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D1178-50D6-AA9E-9F6B-C38C7FEDC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Primary: Students with hearing impairment.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Secondary: Learning platforms (accessibility add-on).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Deployment contexts: small classroom, blended online class, recorded lecture review.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55806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D8CBA-E62E-05B4-DC17-59B148B5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Key Features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0754F-B5F6-A7B2-48FF-DBB129114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800" dirty="0"/>
              <a:t>Vocab recognition.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800" dirty="0"/>
              <a:t>Templated notes output.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800" dirty="0"/>
              <a:t>Confidence indicator + pose overlay for explainability.</a:t>
            </a:r>
          </a:p>
        </p:txBody>
      </p:sp>
    </p:spTree>
    <p:extLst>
      <p:ext uri="{BB962C8B-B14F-4D97-AF65-F5344CB8AC3E}">
        <p14:creationId xmlns:p14="http://schemas.microsoft.com/office/powerpoint/2010/main" val="3249160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F23EE5-F5FE-6771-43CD-05CF0743D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826"/>
          <a:stretch>
            <a:fillRect/>
          </a:stretch>
        </p:blipFill>
        <p:spPr>
          <a:xfrm>
            <a:off x="2570107" y="1407944"/>
            <a:ext cx="7236045" cy="42840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E5951E-931C-966E-3665-2338CB484C9F}"/>
              </a:ext>
            </a:extLst>
          </p:cNvPr>
          <p:cNvSpPr txBox="1"/>
          <p:nvPr/>
        </p:nvSpPr>
        <p:spPr>
          <a:xfrm>
            <a:off x="331076" y="396583"/>
            <a:ext cx="24515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Working: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4008841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881C6B-600E-DDB3-F563-291B8BD30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029" y="194577"/>
            <a:ext cx="7315274" cy="59776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DFD982-FFDF-3DA5-55B7-E714D80E3E6D}"/>
              </a:ext>
            </a:extLst>
          </p:cNvPr>
          <p:cNvSpPr txBox="1"/>
          <p:nvPr/>
        </p:nvSpPr>
        <p:spPr>
          <a:xfrm>
            <a:off x="9117798" y="1213944"/>
            <a:ext cx="21283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Custom</a:t>
            </a:r>
            <a:r>
              <a:rPr lang="en-IN" sz="2000" dirty="0"/>
              <a:t> Trained</a:t>
            </a:r>
          </a:p>
          <a:p>
            <a:pPr algn="ctr"/>
            <a:r>
              <a:rPr lang="en-IN" sz="2000" dirty="0"/>
              <a:t>Model</a:t>
            </a:r>
          </a:p>
          <a:p>
            <a:pPr algn="ctr"/>
            <a:r>
              <a:rPr lang="en-IN" sz="2000" dirty="0"/>
              <a:t>(</a:t>
            </a:r>
            <a:r>
              <a:rPr lang="en-IN" sz="2000" dirty="0" err="1"/>
              <a:t>PyTorch</a:t>
            </a:r>
            <a:r>
              <a:rPr lang="en-IN" sz="2000"/>
              <a:t>)</a:t>
            </a: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3803B9-5B41-A3F1-AB4B-94FF7B8F6BCF}"/>
              </a:ext>
            </a:extLst>
          </p:cNvPr>
          <p:cNvSpPr txBox="1"/>
          <p:nvPr/>
        </p:nvSpPr>
        <p:spPr>
          <a:xfrm>
            <a:off x="181303" y="938048"/>
            <a:ext cx="1734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MediaPipe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D349E2-B534-A267-303C-FB23AE7D8E5A}"/>
              </a:ext>
            </a:extLst>
          </p:cNvPr>
          <p:cNvSpPr txBox="1"/>
          <p:nvPr/>
        </p:nvSpPr>
        <p:spPr>
          <a:xfrm>
            <a:off x="3838903" y="3752193"/>
            <a:ext cx="1198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Llama2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543E0-876D-3740-8516-D4682A4720CF}"/>
              </a:ext>
            </a:extLst>
          </p:cNvPr>
          <p:cNvSpPr txBox="1"/>
          <p:nvPr/>
        </p:nvSpPr>
        <p:spPr>
          <a:xfrm>
            <a:off x="5368159" y="1199658"/>
            <a:ext cx="930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WLASL</a:t>
            </a: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DD85C-3BD2-9C69-E995-8118DC45D47E}"/>
              </a:ext>
            </a:extLst>
          </p:cNvPr>
          <p:cNvSpPr txBox="1"/>
          <p:nvPr/>
        </p:nvSpPr>
        <p:spPr>
          <a:xfrm>
            <a:off x="7788166" y="4086900"/>
            <a:ext cx="49661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HMM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1492836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4F24D-3320-E92C-7A96-7F9B131D2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Feasibility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98D94-BE2D-4B67-CB91-456BBE9B5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0742623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Narrow scope → low data requirement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Leverage existing OSS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600" dirty="0"/>
              <a:t> </a:t>
            </a:r>
            <a:r>
              <a:rPr lang="en-IN" sz="2600" dirty="0" err="1"/>
              <a:t>MediaPipe</a:t>
            </a:r>
            <a:r>
              <a:rPr lang="en-IN" sz="2600" dirty="0"/>
              <a:t> for </a:t>
            </a:r>
            <a:r>
              <a:rPr lang="en-IN" sz="2600" dirty="0" err="1"/>
              <a:t>keypoints</a:t>
            </a:r>
            <a:r>
              <a:rPr lang="en-IN" sz="2600" dirty="0"/>
              <a:t>, lightweight </a:t>
            </a:r>
            <a:r>
              <a:rPr lang="en-IN" sz="2600" dirty="0" err="1"/>
              <a:t>PyTorch</a:t>
            </a:r>
            <a:r>
              <a:rPr lang="en-IN" sz="2600" dirty="0"/>
              <a:t>/ONNX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 err="1"/>
              <a:t>Prototypeable</a:t>
            </a:r>
            <a:r>
              <a:rPr lang="en-IN" sz="2800" dirty="0"/>
              <a:t> within timeline.</a:t>
            </a:r>
          </a:p>
        </p:txBody>
      </p:sp>
    </p:spTree>
    <p:extLst>
      <p:ext uri="{BB962C8B-B14F-4D97-AF65-F5344CB8AC3E}">
        <p14:creationId xmlns:p14="http://schemas.microsoft.com/office/powerpoint/2010/main" val="1143431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14C2F-CC0C-E4B0-10BA-51B87728E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Risk Analysis</a:t>
            </a:r>
            <a:endParaRPr lang="en-I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5D6E3-AD2E-B3D9-3755-6E668954B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Data variability: signer styles, lighting — mitigate with short team recordings + augmentation.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Model performance: limited vocabulary to keep accuracy high; use fallback messages on low confidence.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Privacy: prefer client inference; otherwise send only anonymized </a:t>
            </a:r>
            <a:r>
              <a:rPr lang="en-IN" sz="2800" dirty="0" err="1"/>
              <a:t>keypoints</a:t>
            </a:r>
            <a:r>
              <a:rPr lang="en-IN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589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AD91D-BD8B-5A8C-D74E-DE3C47278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Ethical Concerns &amp; Mitigations</a:t>
            </a:r>
            <a:endParaRPr lang="en-I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0E202-246B-95BD-60C5-E2AEAECCC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Consent: explicit consent for any recordings and dataset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Privacy: default to local </a:t>
            </a:r>
            <a:r>
              <a:rPr lang="en-IN" sz="2400" dirty="0" err="1"/>
              <a:t>keypoint</a:t>
            </a:r>
            <a:r>
              <a:rPr lang="en-IN" sz="2400" dirty="0"/>
              <a:t> extraction; do not store raw video; delete anonymized data after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Transparency: clear disclaimer — “prototype, limited-vocab, not clinical/diagnostic.”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Bias: acknowledge signer diversity—collect varied signer samples when possible.</a:t>
            </a:r>
          </a:p>
        </p:txBody>
      </p:sp>
    </p:spTree>
    <p:extLst>
      <p:ext uri="{BB962C8B-B14F-4D97-AF65-F5344CB8AC3E}">
        <p14:creationId xmlns:p14="http://schemas.microsoft.com/office/powerpoint/2010/main" val="257985646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158</TotalTime>
  <Words>331</Words>
  <Application>Microsoft Office PowerPoint</Application>
  <PresentationFormat>Widescreen</PresentationFormat>
  <Paragraphs>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Retrospect</vt:lpstr>
      <vt:lpstr>Sign2Notes</vt:lpstr>
      <vt:lpstr>Problem Statement</vt:lpstr>
      <vt:lpstr>Objectives</vt:lpstr>
      <vt:lpstr>Proposed Solution</vt:lpstr>
      <vt:lpstr>SDG Alignment</vt:lpstr>
      <vt:lpstr>Target Users</vt:lpstr>
      <vt:lpstr>Key Features</vt:lpstr>
      <vt:lpstr>PowerPoint Presentation</vt:lpstr>
      <vt:lpstr>PowerPoint Presentation</vt:lpstr>
      <vt:lpstr>Feasibility</vt:lpstr>
      <vt:lpstr>Risk Analysis</vt:lpstr>
      <vt:lpstr>Ethical Concerns &amp; Mitigations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Sanjay KN</dc:creator>
  <cp:lastModifiedBy>Sanjay KN</cp:lastModifiedBy>
  <cp:revision>24</cp:revision>
  <dcterms:created xsi:type="dcterms:W3CDTF">2025-08-18T15:25:39Z</dcterms:created>
  <dcterms:modified xsi:type="dcterms:W3CDTF">2025-09-13T04:18:31Z</dcterms:modified>
</cp:coreProperties>
</file>