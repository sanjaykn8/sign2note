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1" r:id="rId5"/>
    <p:sldId id="262" r:id="rId6"/>
    <p:sldId id="267" r:id="rId7"/>
    <p:sldId id="266" r:id="rId8"/>
    <p:sldId id="268" r:id="rId9"/>
    <p:sldId id="269" r:id="rId10"/>
    <p:sldId id="265" r:id="rId11"/>
    <p:sldId id="27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04" autoAdjust="0"/>
    <p:restoredTop sz="94660"/>
  </p:normalViewPr>
  <p:slideViewPr>
    <p:cSldViewPr snapToGrid="0">
      <p:cViewPr varScale="1">
        <p:scale>
          <a:sx n="97" d="100"/>
          <a:sy n="97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123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3978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9783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857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8470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8307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0968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2096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5507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102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7179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E387D70-1183-4AF0-B0A1-0C462F4564CD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506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56F42-33A2-E7D8-7596-52E9AF5D7C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8800" dirty="0"/>
              <a:t>Sign2Notes</a:t>
            </a:r>
            <a:endParaRPr lang="en-IN" sz="8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E536CE-DA14-C10C-C794-FC150E2653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r"/>
            <a:r>
              <a:rPr lang="en-US" dirty="0" err="1"/>
              <a:t>K.N.Sanjay</a:t>
            </a:r>
            <a:endParaRPr lang="en-US" dirty="0"/>
          </a:p>
          <a:p>
            <a:pPr algn="r"/>
            <a:r>
              <a:rPr lang="en-US" dirty="0" err="1"/>
              <a:t>M.S.Sukil</a:t>
            </a:r>
            <a:r>
              <a:rPr lang="en-US" dirty="0"/>
              <a:t> Raj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A2854B-E89F-45C0-AAE5-FD79A70A6A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229" y="250703"/>
            <a:ext cx="1762371" cy="17433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0CBB30-E79A-68C9-C44D-BD58994BCD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0820" y="231650"/>
            <a:ext cx="1762371" cy="176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56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D2D5F-926D-843D-2236-54DA219B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Problem Statement</a:t>
            </a:r>
            <a:endParaRPr lang="en-IN" sz="6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AFD7F-F75F-9766-0043-D96D06DA1B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Many students with hearing impairments can’t take notes properly live classrooms.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Real-time captioning are expensive/unavailable.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Student doubts go unnoticed or interrupt flow.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67174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6D7A5-6B94-36E5-6E97-E0D8D4C96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Objectives</a:t>
            </a:r>
            <a:endParaRPr lang="en-IN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D4E50-6951-89B1-29DD-EB48565AE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Deliver an/a idea/proposal for a </a:t>
            </a:r>
            <a:r>
              <a:rPr lang="en-US" sz="2800" dirty="0" err="1"/>
              <a:t>demoable</a:t>
            </a:r>
            <a:r>
              <a:rPr lang="en-US" sz="2800" dirty="0"/>
              <a:t> prototype.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Recognize a set of high-impact learning signs.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Produce clear templated notes.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030024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4D7DA-8694-F34C-9602-E1EB3B29C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Target Users</a:t>
            </a:r>
            <a:endParaRPr lang="en-IN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D1178-50D6-AA9E-9F6B-C38C7FEDC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Primary: Students with hearing impairment.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Secondary: Learning platforms (accessibility add-on).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Deployment contexts: small classroom, blended online class, recorded lecture review.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055806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D8CBA-E62E-05B4-DC17-59B148B5C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Key Features</a:t>
            </a:r>
            <a:endParaRPr lang="en-IN" sz="6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0754F-B5F6-A7B2-48FF-DBB129114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sz="2800" dirty="0"/>
              <a:t>Vocab recognition.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2800" dirty="0"/>
              <a:t>Templated notes output.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2800" dirty="0"/>
              <a:t>Confidence indicator + pose overlay for explainability.</a:t>
            </a:r>
          </a:p>
        </p:txBody>
      </p:sp>
    </p:spTree>
    <p:extLst>
      <p:ext uri="{BB962C8B-B14F-4D97-AF65-F5344CB8AC3E}">
        <p14:creationId xmlns:p14="http://schemas.microsoft.com/office/powerpoint/2010/main" val="3249160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F23EE5-F5FE-6771-43CD-05CF0743D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826"/>
          <a:stretch>
            <a:fillRect/>
          </a:stretch>
        </p:blipFill>
        <p:spPr>
          <a:xfrm>
            <a:off x="2570107" y="1407944"/>
            <a:ext cx="7236045" cy="4284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0E5951E-931C-966E-3665-2338CB484C9F}"/>
              </a:ext>
            </a:extLst>
          </p:cNvPr>
          <p:cNvSpPr txBox="1"/>
          <p:nvPr/>
        </p:nvSpPr>
        <p:spPr>
          <a:xfrm>
            <a:off x="331076" y="396583"/>
            <a:ext cx="24515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Working:</a:t>
            </a:r>
            <a:endParaRPr lang="en-IN" sz="4400" b="1" dirty="0"/>
          </a:p>
        </p:txBody>
      </p:sp>
    </p:spTree>
    <p:extLst>
      <p:ext uri="{BB962C8B-B14F-4D97-AF65-F5344CB8AC3E}">
        <p14:creationId xmlns:p14="http://schemas.microsoft.com/office/powerpoint/2010/main" val="4008841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881C6B-600E-DDB3-F563-291B8BD301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29" y="194577"/>
            <a:ext cx="7315274" cy="59776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DFD982-FFDF-3DA5-55B7-E714D80E3E6D}"/>
              </a:ext>
            </a:extLst>
          </p:cNvPr>
          <p:cNvSpPr txBox="1"/>
          <p:nvPr/>
        </p:nvSpPr>
        <p:spPr>
          <a:xfrm>
            <a:off x="9117798" y="1213944"/>
            <a:ext cx="21283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Custom</a:t>
            </a:r>
            <a:r>
              <a:rPr lang="en-IN" sz="2000" dirty="0"/>
              <a:t> Trained</a:t>
            </a:r>
          </a:p>
          <a:p>
            <a:pPr algn="ctr"/>
            <a:r>
              <a:rPr lang="en-IN" sz="2000" dirty="0"/>
              <a:t>Model</a:t>
            </a:r>
          </a:p>
          <a:p>
            <a:pPr algn="ctr"/>
            <a:r>
              <a:rPr lang="en-IN" sz="2000" dirty="0"/>
              <a:t>(</a:t>
            </a:r>
            <a:r>
              <a:rPr lang="en-IN" sz="2000" dirty="0" err="1"/>
              <a:t>PyTorch</a:t>
            </a:r>
            <a:r>
              <a:rPr lang="en-IN" sz="2000"/>
              <a:t>)</a:t>
            </a:r>
            <a:endParaRPr lang="en-US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3803B9-5B41-A3F1-AB4B-94FF7B8F6BCF}"/>
              </a:ext>
            </a:extLst>
          </p:cNvPr>
          <p:cNvSpPr txBox="1"/>
          <p:nvPr/>
        </p:nvSpPr>
        <p:spPr>
          <a:xfrm>
            <a:off x="181303" y="938048"/>
            <a:ext cx="1734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MediaPipe</a:t>
            </a:r>
            <a:endParaRPr lang="en-IN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D349E2-B534-A267-303C-FB23AE7D8E5A}"/>
              </a:ext>
            </a:extLst>
          </p:cNvPr>
          <p:cNvSpPr txBox="1"/>
          <p:nvPr/>
        </p:nvSpPr>
        <p:spPr>
          <a:xfrm>
            <a:off x="3838903" y="3752193"/>
            <a:ext cx="11981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Llama3.2</a:t>
            </a:r>
            <a:endParaRPr lang="en-IN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2543E0-876D-3740-8516-D4682A4720CF}"/>
              </a:ext>
            </a:extLst>
          </p:cNvPr>
          <p:cNvSpPr txBox="1"/>
          <p:nvPr/>
        </p:nvSpPr>
        <p:spPr>
          <a:xfrm>
            <a:off x="5368159" y="1199658"/>
            <a:ext cx="9301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WLASL</a:t>
            </a:r>
            <a:endParaRPr lang="en-I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6DD85C-3BD2-9C69-E995-8118DC45D47E}"/>
              </a:ext>
            </a:extLst>
          </p:cNvPr>
          <p:cNvSpPr txBox="1"/>
          <p:nvPr/>
        </p:nvSpPr>
        <p:spPr>
          <a:xfrm>
            <a:off x="7788166" y="4086900"/>
            <a:ext cx="49661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HMM</a:t>
            </a:r>
            <a:endParaRPr lang="en-IN" sz="1000" dirty="0"/>
          </a:p>
        </p:txBody>
      </p:sp>
    </p:spTree>
    <p:extLst>
      <p:ext uri="{BB962C8B-B14F-4D97-AF65-F5344CB8AC3E}">
        <p14:creationId xmlns:p14="http://schemas.microsoft.com/office/powerpoint/2010/main" val="1492836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4DBFB4-32AC-956C-810E-5A78524741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1202" y="0"/>
            <a:ext cx="3915515" cy="26508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618F34-B11B-D119-9D74-36B4FA42C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256" y="0"/>
            <a:ext cx="3261906" cy="26508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4EC80A6-1EBA-0346-4439-45159FBC06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739" y="2631202"/>
            <a:ext cx="7717220" cy="422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753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68E15-6E84-C9D0-0A46-5EF0A2C5F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6000" dirty="0"/>
              <a:t>Business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CCEE95-94DF-9AE7-702D-6C4DBE179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endParaRPr lang="en-IN" sz="2800" dirty="0"/>
          </a:p>
          <a:p>
            <a:pPr>
              <a:buFont typeface="Wingdings" panose="05000000000000000000" pitchFamily="2" charset="2"/>
              <a:buChar char="v"/>
            </a:pPr>
            <a:r>
              <a:rPr lang="en-IN" sz="2800" dirty="0"/>
              <a:t>B2B licensing to institutions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2800" dirty="0"/>
              <a:t>Subscription model for schools/colleges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2800" dirty="0"/>
              <a:t>EdTech Platform Integration free</a:t>
            </a:r>
          </a:p>
        </p:txBody>
      </p:sp>
    </p:spTree>
    <p:extLst>
      <p:ext uri="{BB962C8B-B14F-4D97-AF65-F5344CB8AC3E}">
        <p14:creationId xmlns:p14="http://schemas.microsoft.com/office/powerpoint/2010/main" val="3691024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AD91D-BD8B-5A8C-D74E-DE3C47278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Ethical Concerns &amp; Mitigations</a:t>
            </a:r>
            <a:endParaRPr lang="en-IN" sz="5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0E202-246B-95BD-60C5-E2AEAECCC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Consent: explicit consent for any recordings and dataset use.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Privacy: default to local </a:t>
            </a:r>
            <a:r>
              <a:rPr lang="en-IN" sz="2400" dirty="0" err="1"/>
              <a:t>keypoint</a:t>
            </a:r>
            <a:r>
              <a:rPr lang="en-IN" sz="2400" dirty="0"/>
              <a:t> extraction; do not store raw video; delete anonymized data after use.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Transparency: clear disclaimer — “prototype, limited-vocab, not clinical/diagnostic.”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Bias: acknowledge signer diversity—collect varied signer samples when possible.</a:t>
            </a:r>
          </a:p>
        </p:txBody>
      </p:sp>
    </p:spTree>
    <p:extLst>
      <p:ext uri="{BB962C8B-B14F-4D97-AF65-F5344CB8AC3E}">
        <p14:creationId xmlns:p14="http://schemas.microsoft.com/office/powerpoint/2010/main" val="2579856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A208-B908-91A1-8D40-B6076E07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Sign2Note - </a:t>
            </a:r>
            <a:r>
              <a:rPr lang="en-IN" sz="3600" dirty="0"/>
              <a:t>Empowering Inclusive Education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CD4E9-93A7-8C20-1E3C-8A208220C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dirty="0"/>
              <a:t>We aim to bridge communication gaps in classroom and make education accessible to learner.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E2B361-B7F4-DC6C-0170-A5356F3A6C18}"/>
              </a:ext>
            </a:extLst>
          </p:cNvPr>
          <p:cNvSpPr/>
          <p:nvPr/>
        </p:nvSpPr>
        <p:spPr>
          <a:xfrm>
            <a:off x="4028288" y="3395749"/>
            <a:ext cx="413542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72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6846226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165</TotalTime>
  <Words>228</Words>
  <Application>Microsoft Office PowerPoint</Application>
  <PresentationFormat>Widescreen</PresentationFormat>
  <Paragraphs>40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Wingdings</vt:lpstr>
      <vt:lpstr>Retrospect</vt:lpstr>
      <vt:lpstr>Sign2Notes</vt:lpstr>
      <vt:lpstr>Problem Statement</vt:lpstr>
      <vt:lpstr>Objectives</vt:lpstr>
      <vt:lpstr>Target Users</vt:lpstr>
      <vt:lpstr>Key Features</vt:lpstr>
      <vt:lpstr>PowerPoint Presentation</vt:lpstr>
      <vt:lpstr>PowerPoint Presentation</vt:lpstr>
      <vt:lpstr>PowerPoint Presentation</vt:lpstr>
      <vt:lpstr>Business Model</vt:lpstr>
      <vt:lpstr>Ethical Concerns &amp; Mitigations</vt:lpstr>
      <vt:lpstr>Sign2Note - Empowering Inclusive Education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Sanjay KN</dc:creator>
  <cp:lastModifiedBy>Sanjay KN</cp:lastModifiedBy>
  <cp:revision>29</cp:revision>
  <dcterms:created xsi:type="dcterms:W3CDTF">2025-08-18T15:25:39Z</dcterms:created>
  <dcterms:modified xsi:type="dcterms:W3CDTF">2026-02-13T05:37:42Z</dcterms:modified>
</cp:coreProperties>
</file>