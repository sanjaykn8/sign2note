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1" r:id="rId5"/>
    <p:sldId id="267" r:id="rId6"/>
    <p:sldId id="266" r:id="rId7"/>
    <p:sldId id="271" r:id="rId8"/>
    <p:sldId id="272" r:id="rId9"/>
    <p:sldId id="268" r:id="rId10"/>
    <p:sldId id="273" r:id="rId11"/>
    <p:sldId id="274" r:id="rId12"/>
    <p:sldId id="275" r:id="rId13"/>
    <p:sldId id="269" r:id="rId14"/>
    <p:sldId id="265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404" autoAdjust="0"/>
    <p:restoredTop sz="94660"/>
  </p:normalViewPr>
  <p:slideViewPr>
    <p:cSldViewPr snapToGrid="0">
      <p:cViewPr varScale="1">
        <p:scale>
          <a:sx n="97" d="100"/>
          <a:sy n="97" d="100"/>
        </p:scale>
        <p:origin x="39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4123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39783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97837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857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84706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8307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50968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20966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55077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102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71798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3E387D70-1183-4AF0-B0A1-0C462F4564CD}" type="datetimeFigureOut">
              <a:rPr lang="en-IN" smtClean="0"/>
              <a:t>09-04-2026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A98E902-392B-4D0B-A479-CC6229037C9B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5067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56F42-33A2-E7D8-7596-52E9AF5D7C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8800" dirty="0"/>
              <a:t>Sign2Notes</a:t>
            </a:r>
            <a:endParaRPr lang="en-IN" sz="8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E536CE-DA14-C10C-C794-FC150E2653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r"/>
            <a:r>
              <a:rPr lang="en-US" dirty="0" err="1"/>
              <a:t>K.N.Sanjay</a:t>
            </a:r>
            <a:endParaRPr lang="en-US" dirty="0"/>
          </a:p>
          <a:p>
            <a:pPr algn="r"/>
            <a:r>
              <a:rPr lang="en-US" dirty="0" err="1"/>
              <a:t>M.S.Sukil</a:t>
            </a:r>
            <a:r>
              <a:rPr lang="en-US" dirty="0"/>
              <a:t> Raj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A2854B-E89F-45C0-AAE5-FD79A70A6A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229" y="250703"/>
            <a:ext cx="1762371" cy="1743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0CBB30-E79A-68C9-C44D-BD58994BCD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0820" y="231650"/>
            <a:ext cx="1762371" cy="176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1563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7D2D5F-926D-843D-2236-54DA219B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Problem Statement</a:t>
            </a:r>
            <a:endParaRPr lang="en-IN" sz="6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AFD7F-F75F-9766-0043-D96D06DA1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Many students with hearing impairments can’t take notes properly live classrooms.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Real-time captioning are expensive/unavailable.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/>
              <a:t>Student doubts go unnoticed or interrupt flow.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67174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6D7A5-6B94-36E5-6E97-E0D8D4C96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Objectives</a:t>
            </a:r>
            <a:endParaRPr lang="en-IN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D4E50-6951-89B1-29DD-EB48565AEA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Deliver an/a idea/proposal for a </a:t>
            </a:r>
            <a:r>
              <a:rPr lang="en-US" sz="2800" dirty="0" err="1"/>
              <a:t>demoable</a:t>
            </a:r>
            <a:r>
              <a:rPr lang="en-US" sz="2800" dirty="0"/>
              <a:t> prototype.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Recognize a set of high-impact learning signs.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2800" dirty="0"/>
              <a:t>Produce clear templated notes.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030024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4D7DA-8694-F34C-9602-E1EB3B29C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Target Users</a:t>
            </a:r>
            <a:endParaRPr lang="en-IN" sz="66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D1178-50D6-AA9E-9F6B-C38C7FEDCE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Primary: Students with hearing impairment.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Secondary: Learning platforms (accessibility add-on).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Deployment contexts: small classroom, blended online class, recorded lecture review.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055806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AF23EE5-F5FE-6771-43CD-05CF0743D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826"/>
          <a:stretch>
            <a:fillRect/>
          </a:stretch>
        </p:blipFill>
        <p:spPr>
          <a:xfrm>
            <a:off x="2570107" y="1407944"/>
            <a:ext cx="7236045" cy="42840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0E5951E-931C-966E-3665-2338CB484C9F}"/>
              </a:ext>
            </a:extLst>
          </p:cNvPr>
          <p:cNvSpPr txBox="1"/>
          <p:nvPr/>
        </p:nvSpPr>
        <p:spPr>
          <a:xfrm>
            <a:off x="331076" y="396583"/>
            <a:ext cx="245153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Working:</a:t>
            </a:r>
            <a:endParaRPr lang="en-IN" sz="4400" b="1" dirty="0"/>
          </a:p>
        </p:txBody>
      </p:sp>
    </p:spTree>
    <p:extLst>
      <p:ext uri="{BB962C8B-B14F-4D97-AF65-F5344CB8AC3E}">
        <p14:creationId xmlns:p14="http://schemas.microsoft.com/office/powerpoint/2010/main" val="4008841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8881C6B-600E-DDB3-F563-291B8BD301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0029" y="194577"/>
            <a:ext cx="7315274" cy="59776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6DFD982-FFDF-3DA5-55B7-E714D80E3E6D}"/>
              </a:ext>
            </a:extLst>
          </p:cNvPr>
          <p:cNvSpPr txBox="1"/>
          <p:nvPr/>
        </p:nvSpPr>
        <p:spPr>
          <a:xfrm>
            <a:off x="9117798" y="1213944"/>
            <a:ext cx="212834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Custom</a:t>
            </a:r>
            <a:r>
              <a:rPr lang="en-IN" sz="2000" dirty="0"/>
              <a:t> Trained</a:t>
            </a:r>
          </a:p>
          <a:p>
            <a:pPr algn="ctr"/>
            <a:r>
              <a:rPr lang="en-IN" sz="2000" dirty="0"/>
              <a:t>Model</a:t>
            </a:r>
          </a:p>
          <a:p>
            <a:pPr algn="ctr"/>
            <a:r>
              <a:rPr lang="en-IN" sz="2000" dirty="0"/>
              <a:t>(</a:t>
            </a:r>
            <a:r>
              <a:rPr lang="en-IN" sz="2000" dirty="0" err="1"/>
              <a:t>PyTorch</a:t>
            </a:r>
            <a:r>
              <a:rPr lang="en-IN" sz="2000"/>
              <a:t>)</a:t>
            </a:r>
            <a:endParaRPr lang="en-US" sz="2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C3803B9-5B41-A3F1-AB4B-94FF7B8F6BCF}"/>
              </a:ext>
            </a:extLst>
          </p:cNvPr>
          <p:cNvSpPr txBox="1"/>
          <p:nvPr/>
        </p:nvSpPr>
        <p:spPr>
          <a:xfrm>
            <a:off x="181303" y="938048"/>
            <a:ext cx="173420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MediaPipe</a:t>
            </a:r>
            <a:endParaRPr lang="en-IN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D349E2-B534-A267-303C-FB23AE7D8E5A}"/>
              </a:ext>
            </a:extLst>
          </p:cNvPr>
          <p:cNvSpPr txBox="1"/>
          <p:nvPr/>
        </p:nvSpPr>
        <p:spPr>
          <a:xfrm>
            <a:off x="3838903" y="3752193"/>
            <a:ext cx="11981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Llama3.2</a:t>
            </a:r>
            <a:endParaRPr lang="en-IN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C2543E0-876D-3740-8516-D4682A4720CF}"/>
              </a:ext>
            </a:extLst>
          </p:cNvPr>
          <p:cNvSpPr txBox="1"/>
          <p:nvPr/>
        </p:nvSpPr>
        <p:spPr>
          <a:xfrm>
            <a:off x="5368159" y="1199658"/>
            <a:ext cx="9301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WLASL</a:t>
            </a:r>
            <a:endParaRPr lang="en-IN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6DD85C-3BD2-9C69-E995-8118DC45D47E}"/>
              </a:ext>
            </a:extLst>
          </p:cNvPr>
          <p:cNvSpPr txBox="1"/>
          <p:nvPr/>
        </p:nvSpPr>
        <p:spPr>
          <a:xfrm>
            <a:off x="7788166" y="4086900"/>
            <a:ext cx="49661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HMM</a:t>
            </a:r>
            <a:endParaRPr lang="en-IN" sz="1000" dirty="0"/>
          </a:p>
        </p:txBody>
      </p:sp>
    </p:spTree>
    <p:extLst>
      <p:ext uri="{BB962C8B-B14F-4D97-AF65-F5344CB8AC3E}">
        <p14:creationId xmlns:p14="http://schemas.microsoft.com/office/powerpoint/2010/main" val="1492836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8193C-B6A3-3053-99C3-4693FCFB7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Phase 1</a:t>
            </a:r>
            <a:endParaRPr lang="en-IN" sz="6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7A4F65-993E-AB5D-AF89-572016B2F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Requirements analyzed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Dataset preprocessed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Blueprint of working model theorized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42833913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B4503-BB72-9416-006A-5D83DB6D1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EA046-058A-7914-5DFA-C2346AE3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Phase 2</a:t>
            </a:r>
            <a:endParaRPr lang="en-IN" sz="6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23BB0-81A9-797E-953C-251BAF6E8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Model trained on 100 classes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Switched from </a:t>
            </a:r>
            <a:r>
              <a:rPr lang="en-US" sz="3600" dirty="0" err="1"/>
              <a:t>tf</a:t>
            </a:r>
            <a:r>
              <a:rPr lang="en-US" sz="3600" dirty="0"/>
              <a:t> to torch due to low accuracy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Modified CNN architecture for testing</a:t>
            </a:r>
          </a:p>
          <a:p>
            <a:pPr>
              <a:buFont typeface="Wingdings" panose="05000000000000000000" pitchFamily="2" charset="2"/>
              <a:buChar char="Ø"/>
            </a:pP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22619534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34DBFB4-32AC-956C-810E-5A78524741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1202" y="0"/>
            <a:ext cx="3915515" cy="265084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618F34-B11B-D119-9D74-36B4FA42C8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256" y="0"/>
            <a:ext cx="3261906" cy="26508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4EC80A6-1EBA-0346-4439-45159FBC06B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5739" y="2631202"/>
            <a:ext cx="7717220" cy="42267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753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8AB76D-40A9-AEA0-5C3A-D02C6A619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A9D15-5D76-8BD4-5DCC-76752245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Phase 3</a:t>
            </a:r>
            <a:endParaRPr lang="en-IN" sz="6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6987E-620E-58B1-2B60-708A3E6AC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Trained on full dataset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UI MVP developed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Accuracy </a:t>
            </a:r>
            <a:r>
              <a:rPr lang="en-US" sz="3600"/>
              <a:t>= 85.4</a:t>
            </a:r>
            <a:r>
              <a:rPr lang="en-US" sz="3600" dirty="0"/>
              <a:t>% accuracy</a:t>
            </a:r>
          </a:p>
        </p:txBody>
      </p:sp>
    </p:spTree>
    <p:extLst>
      <p:ext uri="{BB962C8B-B14F-4D97-AF65-F5344CB8AC3E}">
        <p14:creationId xmlns:p14="http://schemas.microsoft.com/office/powerpoint/2010/main" val="4246250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A50103-CBBF-68B9-A674-A80CB6FF8F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03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E5F326-EA1B-D583-EE4A-EB181648C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61990-CA1C-E2A9-DBF1-42C434CD7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6600" b="1" dirty="0"/>
              <a:t>Future works</a:t>
            </a:r>
            <a:endParaRPr lang="en-IN" sz="66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EB871-57C7-07D4-C5E3-99F6DBB98F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Make CNN with better architecture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Seamless integration in web app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3600" dirty="0"/>
              <a:t>DB Connection &amp; Auth Verifications</a:t>
            </a:r>
          </a:p>
        </p:txBody>
      </p:sp>
    </p:spTree>
    <p:extLst>
      <p:ext uri="{BB962C8B-B14F-4D97-AF65-F5344CB8AC3E}">
        <p14:creationId xmlns:p14="http://schemas.microsoft.com/office/powerpoint/2010/main" val="371832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68E15-6E84-C9D0-0A46-5EF0A2C5F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6000" dirty="0"/>
              <a:t>Business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CCEE95-94DF-9AE7-702D-6C4DBE179B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v"/>
            </a:pPr>
            <a:endParaRPr lang="en-IN" sz="2800" dirty="0"/>
          </a:p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B2B licensing to institutions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Subscription model for schools/colleges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sz="2800" dirty="0"/>
              <a:t>EdTech Platform Integration free</a:t>
            </a:r>
          </a:p>
        </p:txBody>
      </p:sp>
    </p:spTree>
    <p:extLst>
      <p:ext uri="{BB962C8B-B14F-4D97-AF65-F5344CB8AC3E}">
        <p14:creationId xmlns:p14="http://schemas.microsoft.com/office/powerpoint/2010/main" val="3691024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0AD91D-BD8B-5A8C-D74E-DE3C472785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Ethical Concerns &amp; Mitigations</a:t>
            </a:r>
            <a:endParaRPr lang="en-IN" sz="5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0E202-246B-95BD-60C5-E2AEAECCCB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Consent: explicit consent for any recordings and dataset use.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Privacy: default to local </a:t>
            </a:r>
            <a:r>
              <a:rPr lang="en-IN" sz="2400" dirty="0" err="1"/>
              <a:t>keypoint</a:t>
            </a:r>
            <a:r>
              <a:rPr lang="en-IN" sz="2400" dirty="0"/>
              <a:t> extraction; do not store raw video; delete anonymized data after use.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Transparency: clear disclaimer — “prototype, limited-vocab, not clinical/diagnostic.”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400" dirty="0"/>
              <a:t>Bias: acknowledge signer diversity—collect varied signer samples when possible.</a:t>
            </a:r>
          </a:p>
        </p:txBody>
      </p:sp>
    </p:spTree>
    <p:extLst>
      <p:ext uri="{BB962C8B-B14F-4D97-AF65-F5344CB8AC3E}">
        <p14:creationId xmlns:p14="http://schemas.microsoft.com/office/powerpoint/2010/main" val="25798564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2A208-B908-91A1-8D40-B6076E075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Sign2Note - </a:t>
            </a:r>
            <a:r>
              <a:rPr lang="en-IN" sz="3600" dirty="0"/>
              <a:t>Empowering Inclusive Education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CD4E9-93A7-8C20-1E3C-8A208220C4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dirty="0"/>
              <a:t>We aim to bridge communication gaps in classroom and make education accessible to learner.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E2B361-B7F4-DC6C-0170-A5356F3A6C18}"/>
              </a:ext>
            </a:extLst>
          </p:cNvPr>
          <p:cNvSpPr/>
          <p:nvPr/>
        </p:nvSpPr>
        <p:spPr>
          <a:xfrm>
            <a:off x="4028288" y="3395749"/>
            <a:ext cx="4135427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72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68462265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215</TotalTime>
  <Words>274</Words>
  <Application>Microsoft Office PowerPoint</Application>
  <PresentationFormat>Widescreen</PresentationFormat>
  <Paragraphs>52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Wingdings</vt:lpstr>
      <vt:lpstr>Retrospect</vt:lpstr>
      <vt:lpstr>Sign2Notes</vt:lpstr>
      <vt:lpstr>Problem Statement</vt:lpstr>
      <vt:lpstr>Objectives</vt:lpstr>
      <vt:lpstr>Target Users</vt:lpstr>
      <vt:lpstr>PowerPoint Presentation</vt:lpstr>
      <vt:lpstr>PowerPoint Presentation</vt:lpstr>
      <vt:lpstr>Phase 1</vt:lpstr>
      <vt:lpstr>Phase 2</vt:lpstr>
      <vt:lpstr>PowerPoint Presentation</vt:lpstr>
      <vt:lpstr>Phase 3</vt:lpstr>
      <vt:lpstr>PowerPoint Presentation</vt:lpstr>
      <vt:lpstr>Future works</vt:lpstr>
      <vt:lpstr>Business Model</vt:lpstr>
      <vt:lpstr>Ethical Concerns &amp; Mitigations</vt:lpstr>
      <vt:lpstr>Sign2Note - Empowering Inclusive Education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Sanjay KN</dc:creator>
  <cp:lastModifiedBy>Sanjay KN</cp:lastModifiedBy>
  <cp:revision>32</cp:revision>
  <dcterms:created xsi:type="dcterms:W3CDTF">2025-08-18T15:25:39Z</dcterms:created>
  <dcterms:modified xsi:type="dcterms:W3CDTF">2026-04-09T09:07:37Z</dcterms:modified>
</cp:coreProperties>
</file>